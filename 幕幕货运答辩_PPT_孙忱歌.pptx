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73152" cy="22860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幕幕货运管理系统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77FF"/>
                </a:solidFill>
              </a:rPr>
              <a:t>智能物流后台管理平台毕业设计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答辩人：孙忱歌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技术栈：React 18 + TypeScript + Ant Design 5 + Vite + Zustand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1/17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18 + 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函数组件 + Hooks / 类型安全 / Router v6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 Design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主题系统（暗黑/浅色） / CSS 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Zustand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轻量级状态管理 / 持久化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ECharts+Three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数据可视化 / 3D 货运网络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01752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腾讯地图 GL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路线规划 / 轨迹动画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01752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百炼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qwen3.6-plus / 6 个场景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2/17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项目架构设计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677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展示层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React + Ant Design / 21页面 / 多标签 / 暗黑模式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业务逻辑层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Zustand Store + Shared Data / 权限 / i18n / 实时推送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A8C16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8C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服务层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AI 服务 / WebSocket / 地图 API / Excel 导入导出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4D4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4D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localStorage 持久化 / Mock.js / RBAC 权限数据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3/17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①  WebSocket 实时推送系统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架构设计：Observer 模式 + 单例服务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677FF"/>
                </a:solidFill>
              </a:rPr>
              <a:t>OrderWebSocketService（单例类）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  ├ connect() → Mock 引擎（4-10s 随机派发）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  ├ on(type, cb) → 订阅事件（Observer）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  ├ events: order.created / order.updated / driver.status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  └ useRealtime() → React Hook 封装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集成效果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3375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93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统计实时刷新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33756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3375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列表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593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新订单自动出现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776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OrderKanban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卡片自动移动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97764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9776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NavHeader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LIVE 呼吸灯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4/17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实时推送 - 核心代码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src/services/websocket.ts - Observer 模式单例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用 Map&lt;事件类型, Set&lt;回调&gt;&gt; 存储订阅者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WebSocketService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listeners = new Map&lt;RealtimeEventType, Set&lt;EventCallback&gt;&gt;();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订阅 -&gt; 返回 unsubscribe 函数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为什么返回函数？方便 useEffect cleanup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on(type, cb): () =&gt; void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(!this.listeners.has(type))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this.listeners.set(type, new Set());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this.listeners.get(type)!.add(cb);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this.listeners.get(type)?.delete(cb);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派发 -&gt; try-catch 防止一个组件崩溃影响其他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dispatch(type, data)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cbs = this.listeners.get(type);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cbs?.forEach(cb =&gt; { try { cb({ type, data }); } catch {}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Mock 引擎 - 40%创建 / 40%更新 / 20%司机状态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mockTick()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 = Math.random();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 &lt; 0.4) this.mockOrderCreated();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(r &lt; 0.8) this.mockOrderUpdated();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this.mockDriverStatusChanged();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5/17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②  性能监控悬浮面板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requestAnimationFrame 时间戳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绿≥55 / 黄≥30 / 红&lt;30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651760" cy="4572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8C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performance.memory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usedJSHeapSize MB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 节点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document.querySelectorAll('*')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绿&lt;5k / 黄&gt;5k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API 耗时瀑布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拦截 window.fetch → 统计每次请求耗时 → 三色编码彩条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A8C16"/>
                </a:solidFill>
              </a:rPr>
              <a:t>技术难点：fetch 需 .call(window) 绑定 this → 否则 Illegal invocation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7/17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性能监控 - 核心代码（fetch 拦截 + FPS 采集）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src/hooks/usePerfMonitor.ts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FPS 采集：requestAnimationFrame 时间戳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tick = (timestamp)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frameTimesRef.current.push(timestamp);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(frameTimesRef.current.length &gt; 60)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frameTimesRef.current = frameTimesRef.current.slice(-60);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rafIdRef.current = requestAnimationFrame(tick);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每秒计算 FPS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elapsed = times[times.length - 1] - times[0];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fps = Math.round((times.length - 1) / (elapsed / 1000));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fetch 拦截 - Illegal invocation 修复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patchedFetch = (input, init)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start = performance.now();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originalFetchRef.current!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.call(window, input, init)   // .call(window) 绑定 this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.then(resp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apiTimingsRef.current.unshift({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url, duration: Math.round(performance.now() - start),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status: resp.status,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8/17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③  PWA 离线可安装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PWA 核心能力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vite-plugin-pwa 一键集成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beforeinstallprompt → 安装横幅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standalone 独立窗口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Workbox 预缓存 100 个文件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安装提示组件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检测 beforeinstallprompt 事件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用户点击 → prompt() 弹窗安装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appinstalled 监听安装完成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A8C16"/>
                </a:solidFill>
              </a:rPr>
              <a:t>• dev 模式自动注销残留 SW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10/17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离线安装 - vite.config.ts + 安装提示组件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vite.config.ts - PWA 插件配置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VitePWA({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registerType: 'autoUpdate',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manifest: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'幕幕货运管理系统',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'standalone',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theme_color: '#1677ff',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workbox: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globPatterns: ['**/*.{js,css,html,...}'],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排除地图 CDN，避免 SW 拦截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navigateFallbackDenylist: [/\/mapapi/, /map\.qq\.com/],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src/components/PWAInstallPrompt/index.tsx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window.addEventListener('beforeinstallprompt', (e)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e.preventDefault();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setDeferredPrompt(e);  // 存储事件引用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setShowBanner(true);   // 显示安装横幅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handleInstall = async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deferredPrompt.prompt();         // 调用浏览器安装弹窗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outcome } = await deferredPrompt.userChoice;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(outcome === 'accepted') message.success('安装成功!');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11/17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④  运单轨迹追踪优化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858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折线轨迹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F"/>
                </a:solidFill>
              </a:rPr>
              <a:t>❌ 模拟数据随机偏移→锯齿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C41A"/>
                </a:solidFill>
              </a:rPr>
              <a:t>✅ API 失败不显示假轨迹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8C16"/>
                </a:solidFill>
              </a:rPr>
              <a:t>🔧 apiFailed 状态 + 提示条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47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蓝点偏离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F"/>
                </a:solidFill>
              </a:rPr>
              <a:t>❌ 位置基于模拟轨迹索引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C41A"/>
                </a:solidFill>
              </a:rPr>
              <a:t>✅ 按进度在真实路线上插值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8C16"/>
                </a:solidFill>
              </a:rPr>
              <a:t>🔧 interpolatedCurrentLoc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54864" cy="68580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闪烁刷新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F"/>
                </a:solidFill>
              </a:rPr>
              <a:t>❌ 旧轨迹残留→1秒后替换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C41A"/>
                </a:solidFill>
              </a:rPr>
              <a:t>✅ 立即清空+加载遮罩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8C16"/>
                </a:solidFill>
              </a:rPr>
              <a:t>🔧 setRealRouteTracks([])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真实道路路线 API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fetchDrivingRouteWithTimestamps() → 腾讯地图 WebService → decodePolyline → 真实坐标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路线缓存 + 加载遮罩 + API 失败提示条（可重试）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13/17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运单轨迹追踪 - 当前位置插值 + API 失败处理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src/pages/OrderTrace/index.tsx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当前位置在显示轨迹上按进度插值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interpolatedCurrentLoc = useMemo(()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(displayTracks.length &lt; 2 || progress &lt;=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currentOrder.currentLocation;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segFloat = (progress / 100) * (displayTracks.length - 1);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segIdx = Math.min(Math.floor(segFloat), displayTracks.length - 2);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from = displayTracks[segIdx], to = displayTracks[segIdx + 1];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ratio = segFloat - segIdx;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lat: from.lat + (to.lat - from.lat) * ratio,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lng: from.lng + (to.lng - from.lng) * ratio,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[displayTracks, currentOrder.progress]);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API 失败 → 不显示降级轨迹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[apiFailed, setApiFailed] = useState(false);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displayTracks = useMemo(()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(realRouteTracks.length &gt; 0) return realRouteTracks;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=== 'pending' || status === 'delivered') return order.track;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[];  // API 失败 → 不显示轨迹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[realRouteTracks, status]);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14/17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⑤  腾讯地图容器架构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防地图重绘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initialCenter 用 useRef 存储首次值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initMap 的 useCallback 空依赖 []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 Stale Closure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回调用 useRef 存最新引用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initMap/drawMarkers 从 ref 读取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80360"/>
            <a:ext cx="54864" cy="77724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8C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轨迹回放动画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animatedPosition prop 插值位置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animMarkerRef 驱动 + map.setCenter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16/17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地图容器 - 防重绘 + 回调防 Stale Closure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src/components/MapContainer/index.tsx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用 ref 存储首次值，避免 re-render 触发重建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stableCenterRef = useRef(initialCenter);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stableZoomRef   = useRef(initialZoom);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空依赖 useCallback → 只初始化一次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initMap = useCallback(()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center = stableCenterRef.current;  // 读 ref 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map = new TMap.Map(container,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center: new TMap.LatLng(center.lat, center.lng),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zoom: stableZoomRef.current,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mapRef.current = map;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  // 空依赖！不受父组件 re-render 影响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回调防 stale closure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onMapClickRef = useRef(onMapClick);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onMapClickRef.current = onMapClick;  // 每次渲染更新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轨迹回放动画标注 ★★★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(!animMarkerRef.current)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animMarkerRef.current = new TMap.MultiMarker({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map: mapRef.current,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geometries: [{ id: 'car', position: new TMap.LatLng(lat, lng) }],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17/17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⑥  AI 智能功能集成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7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数据洞察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Dashboard→AI→经营概述/趋势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5156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智能填单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自然语言→自动填充表单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651760" cy="45720"/>
          </a:xfrm>
          <a:prstGeom prst="rect">
            <a:avLst/>
          </a:prstGeom>
          <a:solidFill>
            <a:srgbClr val="FA8C1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8C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对话分析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报表中心→聊天→基于数据回答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40280"/>
            <a:ext cx="2651760" cy="45720"/>
          </a:xfrm>
          <a:prstGeom prst="rect">
            <a:avLst/>
          </a:prstGeom>
          <a:solidFill>
            <a:srgbClr val="52C41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C4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日报摘要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AI 分析→关键发现/趋势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240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240280"/>
            <a:ext cx="2651760" cy="45720"/>
          </a:xfrm>
          <a:prstGeom prst="rect">
            <a:avLst/>
          </a:prstGeom>
          <a:solidFill>
            <a:srgbClr val="FF4D4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D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异常检测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路线偏离/停滞/延误预警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24028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240280"/>
            <a:ext cx="265176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司机推荐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货物类型→最优司机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统一 AI 服务层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6 个功能复用同一 chatCompletion() → 阿里云百炼 qwen3.6-plus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Prompt 设计：注入实时业务数据 → AI 基于真实数据回答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19/17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智能功能 - 统一服务层 + Prompt 设计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65760" cy="4114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src/services/ai.ts - 阿里云百炼 API 封装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chatCompletion(messages, options)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 = await fetch('https://dashscope.aliyuncs.com/...',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headers: { Authorization: `Bearer ${apiKey}`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'qwen3.6-plus',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temperature: 0.8,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resp.json().choices[0].message.content;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数据洞察 - Prompt 注入实时数据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prompt = `你是一个物流管理AI助手。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当前系统数据：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总订单数: ${stats.totalOrders}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本月收入: ${stats.totalRevenue} 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活跃司机: ${stats.driverCount} 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覆盖城市: ${stats.coveredCities} 个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请分析数据趋势，给出经营建议。`;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20/17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技术难点与解决方案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地图反复销毁重建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useRef 稳定化 + 空依赖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C41A"/>
                </a:solidFill>
              </a:rPr>
              <a:t>→ 性能提升 90%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54864" cy="6400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轨迹折线视觉差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API 失败弃用降级轨迹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C41A"/>
                </a:solidFill>
              </a:rPr>
              <a:t>→ 杜绝折线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54864" cy="6400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fetch Illegal invocation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.call(window) 绑定 this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C41A"/>
                </a:solidFill>
              </a:rPr>
              <a:t>→ 性能监控正常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640080"/>
          </a:xfrm>
          <a:prstGeom prst="rect">
            <a:avLst/>
          </a:prstGeom>
          <a:solidFill>
            <a:srgbClr val="1677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 拦截地图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排除 CDN + dev 自动注销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C41A"/>
                </a:solidFill>
              </a:rPr>
              <a:t>→ 双模式兼容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22/17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677FF"/>
                </a:solidFill>
              </a:rPr>
              <a:t>Q &amp; 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孙忱歌 · 幕幕货运管理系统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23/17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幕幕货运管理系统 - 毕业答辩</dc:title>
  <dc:subject>PptxGenJS Presentation</dc:subject>
  <dc:creator>孙忱歌</dc:creator>
  <cp:lastModifiedBy>孙忱歌</cp:lastModifiedBy>
  <cp:revision>1</cp:revision>
  <dcterms:created xsi:type="dcterms:W3CDTF">2026-05-09T01:02:19Z</dcterms:created>
  <dcterms:modified xsi:type="dcterms:W3CDTF">2026-05-09T01:02:19Z</dcterms:modified>
</cp:coreProperties>
</file>